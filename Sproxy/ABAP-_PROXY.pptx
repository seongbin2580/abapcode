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6" r:id="rId12"/>
    <p:sldId id="267" r:id="rId13"/>
    <p:sldId id="268" r:id="rId14"/>
    <p:sldId id="274" r:id="rId15"/>
    <p:sldId id="269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4558" autoAdjust="0"/>
    <p:restoredTop sz="94660"/>
  </p:normalViewPr>
  <p:slideViewPr>
    <p:cSldViewPr>
      <p:cViewPr varScale="1">
        <p:scale>
          <a:sx n="68" d="100"/>
          <a:sy n="68" d="100"/>
        </p:scale>
        <p:origin x="-121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EAE20-DD9F-4C3A-B0A5-4B234F3FC8A7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7D0D2-0A16-4416-AC7F-3DB99483BC6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27D0D2-0A16-4416-AC7F-3DB99483BC6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27D0D2-0A16-4416-AC7F-3DB99483BC6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677FC-FCDF-4C42-A6C8-84907D3C7CFC}" type="datetimeFigureOut">
              <a:rPr lang="en-US" smtClean="0"/>
              <a:pPr/>
              <a:t>11/22/2012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BD357-B691-4F70-8CD8-3ACD6C068C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0599"/>
            <a:ext cx="7772400" cy="1463040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ABAP  PROXY</a:t>
            </a:r>
            <a:endParaRPr lang="en-US" sz="6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2971800"/>
            <a:ext cx="6400800" cy="17526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Developments  on  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Application System &amp; Integration System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Introduction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ABAP proxies are used when ABAP applications needs to send and receive data.</a:t>
            </a:r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371600" y="3810000"/>
            <a:ext cx="1828800" cy="1447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SAP ECC</a:t>
            </a:r>
          </a:p>
          <a:p>
            <a:pPr algn="ctr"/>
            <a:r>
              <a:rPr lang="en-US" dirty="0" smtClean="0"/>
              <a:t>(Application System)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5715000" y="3886200"/>
            <a:ext cx="1828800" cy="1447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SAP  PI</a:t>
            </a:r>
          </a:p>
          <a:p>
            <a:pPr algn="ctr"/>
            <a:r>
              <a:rPr lang="en-US" dirty="0" smtClean="0"/>
              <a:t>(Integration System)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276600" y="4267200"/>
            <a:ext cx="2267712" cy="1588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10800000">
            <a:off x="3276601" y="4800600"/>
            <a:ext cx="2286000" cy="1588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0" y="43434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/>
          <a:lstStyle/>
          <a:p>
            <a:r>
              <a:rPr lang="en-US" dirty="0" smtClean="0"/>
              <a:t>Transport Protocol : HTTP</a:t>
            </a:r>
          </a:p>
          <a:p>
            <a:r>
              <a:rPr lang="en-US" dirty="0" smtClean="0"/>
              <a:t>RFC Destinations    :  Type H (HTTP Connections to ABAP System)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3276600"/>
            <a:ext cx="5856832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1371599"/>
          </a:xfrm>
        </p:spPr>
        <p:txBody>
          <a:bodyPr/>
          <a:lstStyle/>
          <a:p>
            <a:r>
              <a:rPr lang="en-US" sz="4000" u="sng" dirty="0" smtClean="0">
                <a:solidFill>
                  <a:schemeClr val="tx2"/>
                </a:solidFill>
              </a:rPr>
              <a:t>Enterprises Service Repository :</a:t>
            </a:r>
          </a:p>
          <a:p>
            <a:r>
              <a:rPr lang="en-US" dirty="0" smtClean="0"/>
              <a:t>Create Data Type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2438400"/>
            <a:ext cx="5029200" cy="351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219200"/>
          </a:xfrm>
        </p:spPr>
        <p:txBody>
          <a:bodyPr>
            <a:normAutofit lnSpcReduction="10000"/>
          </a:bodyPr>
          <a:lstStyle/>
          <a:p>
            <a:r>
              <a:rPr lang="en-US" sz="4000" u="sng" dirty="0" smtClean="0">
                <a:solidFill>
                  <a:schemeClr val="tx2"/>
                </a:solidFill>
              </a:rPr>
              <a:t>Enterprises Service Repository :</a:t>
            </a:r>
          </a:p>
          <a:p>
            <a:r>
              <a:rPr lang="en-US" dirty="0" smtClean="0"/>
              <a:t>Create Message Type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2286000"/>
            <a:ext cx="45910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066800"/>
          </a:xfrm>
        </p:spPr>
        <p:txBody>
          <a:bodyPr>
            <a:normAutofit fontScale="92500" lnSpcReduction="20000"/>
          </a:bodyPr>
          <a:lstStyle/>
          <a:p>
            <a:r>
              <a:rPr lang="en-US" sz="4000" u="sng" dirty="0" smtClean="0">
                <a:solidFill>
                  <a:schemeClr val="tx2"/>
                </a:solidFill>
              </a:rPr>
              <a:t>Enterprises Service Repository :</a:t>
            </a:r>
          </a:p>
          <a:p>
            <a:r>
              <a:rPr lang="en-US" dirty="0" smtClean="0"/>
              <a:t>Create Service Interface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1981200"/>
            <a:ext cx="5043488" cy="3967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29718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4000" dirty="0" smtClean="0">
                <a:sym typeface="Wingdings" pitchFamily="2" charset="2"/>
              </a:rPr>
              <a:t></a:t>
            </a:r>
            <a:r>
              <a:rPr lang="en-US" sz="4000" dirty="0" smtClean="0"/>
              <a:t>In proxies, it will generate 3 objects at Application System :</a:t>
            </a:r>
          </a:p>
          <a:p>
            <a:pPr>
              <a:buNone/>
            </a:pPr>
            <a:endParaRPr lang="en-US" sz="4000" dirty="0" smtClean="0"/>
          </a:p>
          <a:p>
            <a:r>
              <a:rPr lang="en-US" sz="4000" dirty="0" smtClean="0"/>
              <a:t> ABAP Class.</a:t>
            </a:r>
          </a:p>
          <a:p>
            <a:r>
              <a:rPr lang="en-US" sz="4000" dirty="0" smtClean="0"/>
              <a:t> Structure for Message Type.</a:t>
            </a:r>
          </a:p>
          <a:p>
            <a:r>
              <a:rPr lang="en-US" sz="4000" dirty="0" smtClean="0"/>
              <a:t>Structure of Data Type.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8382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(Inbound Proxy)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1828800" cy="1447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SAP ECC</a:t>
            </a:r>
          </a:p>
          <a:p>
            <a:pPr algn="ctr"/>
            <a:r>
              <a:rPr lang="en-US" dirty="0" smtClean="0"/>
              <a:t>(Application System)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715000" y="3276600"/>
            <a:ext cx="1828800" cy="1447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SAP  PI</a:t>
            </a:r>
          </a:p>
          <a:p>
            <a:pPr algn="ctr"/>
            <a:r>
              <a:rPr lang="en-US" dirty="0" smtClean="0"/>
              <a:t>(Integration System)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3276601" y="4191000"/>
            <a:ext cx="2286000" cy="1588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62400" y="3657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(Inbound Proxy)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1524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tx2"/>
                </a:solidFill>
                <a:sym typeface="Wingdings" pitchFamily="2" charset="2"/>
              </a:rPr>
              <a:t>T-code : SPROXY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US" sz="1800" dirty="0" smtClean="0"/>
              <a:t>Open the node for your Service (Inbound / Outbound) &amp; Right click</a:t>
            </a:r>
          </a:p>
          <a:p>
            <a:r>
              <a:rPr lang="en-US" sz="1800" dirty="0" smtClean="0"/>
              <a:t>Click on CREATE PROXY.</a:t>
            </a:r>
          </a:p>
          <a:p>
            <a:r>
              <a:rPr lang="en-US" sz="1800" dirty="0" smtClean="0"/>
              <a:t>This Development is for Inbound Proxy.</a:t>
            </a:r>
          </a:p>
          <a:p>
            <a:pPr>
              <a:buNone/>
            </a:pPr>
            <a:endParaRPr lang="en-US" sz="4000" dirty="0" smtClean="0"/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429000"/>
            <a:ext cx="3048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3429000"/>
            <a:ext cx="3581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72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Give Package Name &amp; </a:t>
            </a:r>
            <a:r>
              <a:rPr lang="en-US" sz="1800" dirty="0" err="1" smtClean="0"/>
              <a:t>Prifix</a:t>
            </a:r>
            <a:r>
              <a:rPr lang="en-US" sz="1800" dirty="0" smtClean="0"/>
              <a:t> : Click on Continue .</a:t>
            </a:r>
          </a:p>
        </p:txBody>
      </p:sp>
      <p:pic>
        <p:nvPicPr>
          <p:cNvPr id="8" name="Picture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752600"/>
            <a:ext cx="5943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609600" y="304800"/>
            <a:ext cx="82296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Development on SAP-ECC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(Inbound Proxy)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(Inbound Proxy)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72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After Completing this creation process, this screen will be there.</a:t>
            </a:r>
            <a:endParaRPr lang="en-US" sz="1800" dirty="0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752600"/>
            <a:ext cx="5638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(Inbound Proxy)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72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SAVE </a:t>
            </a:r>
            <a:r>
              <a:rPr lang="en-US" sz="1800" dirty="0" smtClean="0">
                <a:sym typeface="Wingdings"/>
              </a:rPr>
              <a:t></a:t>
            </a:r>
            <a:r>
              <a:rPr lang="en-US" sz="1800" dirty="0" smtClean="0"/>
              <a:t> Activate. Double click on Provider Class, this screen will be there :</a:t>
            </a:r>
            <a:endParaRPr lang="en-US" sz="1800" dirty="0"/>
          </a:p>
        </p:txBody>
      </p:sp>
      <p:pic>
        <p:nvPicPr>
          <p:cNvPr id="8" name="Picture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057400"/>
            <a:ext cx="67818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533400" y="4648200"/>
            <a:ext cx="82296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Double click on Method.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(Inbound Proxy)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72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This screen will be there, you have to write your code here in this method.</a:t>
            </a:r>
          </a:p>
        </p:txBody>
      </p:sp>
      <p:pic>
        <p:nvPicPr>
          <p:cNvPr id="10" name="Picture 9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981200"/>
            <a:ext cx="67818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(Inbound Proxy)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72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Header Structure and Item Structures will be in INPUT Parameter 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905000"/>
            <a:ext cx="643890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4038600"/>
            <a:ext cx="641985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(Inbound Proxy)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72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Write code as below :</a:t>
            </a:r>
          </a:p>
        </p:txBody>
      </p:sp>
      <p:pic>
        <p:nvPicPr>
          <p:cNvPr id="8" name="Picture 7"/>
          <p:cNvPicPr/>
          <p:nvPr/>
        </p:nvPicPr>
        <p:blipFill>
          <a:blip r:embed="rId2"/>
          <a:srcRect b="16283"/>
          <a:stretch>
            <a:fillRect/>
          </a:stretch>
        </p:blipFill>
        <p:spPr bwMode="auto">
          <a:xfrm>
            <a:off x="1219200" y="1524000"/>
            <a:ext cx="6477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(Inbound Proxy)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Post the data in Table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Post the data using Function Module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Inbound Proxy is Complete.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8382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(Outbound Proxy)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1828800" cy="1447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SAP ECC</a:t>
            </a:r>
          </a:p>
          <a:p>
            <a:pPr algn="ctr"/>
            <a:r>
              <a:rPr lang="en-US" dirty="0" smtClean="0"/>
              <a:t>(Application System)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715000" y="3276600"/>
            <a:ext cx="1828800" cy="1447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SAP  PI</a:t>
            </a:r>
          </a:p>
          <a:p>
            <a:pPr algn="ctr"/>
            <a:r>
              <a:rPr lang="en-US" dirty="0" smtClean="0"/>
              <a:t>(Integration System)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352800" y="4114800"/>
            <a:ext cx="2209800" cy="1588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62400" y="36576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(Outbound Proxy)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848600" cy="3505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tx2"/>
                </a:solidFill>
                <a:sym typeface="Wingdings" pitchFamily="2" charset="2"/>
              </a:rPr>
              <a:t>T-code : SPROXY</a:t>
            </a:r>
          </a:p>
          <a:p>
            <a:pPr>
              <a:buNone/>
            </a:pPr>
            <a:endParaRPr lang="en-US" dirty="0" smtClean="0">
              <a:solidFill>
                <a:schemeClr val="tx2"/>
              </a:solidFill>
            </a:endParaRPr>
          </a:p>
          <a:p>
            <a:r>
              <a:rPr lang="en-US" sz="2400" dirty="0" smtClean="0"/>
              <a:t>Open the node for your Service (Inbound / Outbound) &amp; Right click</a:t>
            </a:r>
          </a:p>
          <a:p>
            <a:r>
              <a:rPr lang="en-US" sz="2400" dirty="0" smtClean="0"/>
              <a:t>Click on CREATE PROXY.</a:t>
            </a:r>
          </a:p>
          <a:p>
            <a:r>
              <a:rPr lang="en-US" sz="2400" dirty="0" smtClean="0"/>
              <a:t>This Development is for Outbound Proxy.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In this Case, choose Outbound Service Interface for Creation of Proxy.</a:t>
            </a:r>
          </a:p>
          <a:p>
            <a:pPr>
              <a:buNone/>
            </a:pPr>
            <a:endParaRPr lang="en-US" sz="4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(Outbound Proxy)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72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After Completing this creation process, this screen will be there.</a:t>
            </a:r>
            <a:endParaRPr lang="en-US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828800"/>
            <a:ext cx="6248400" cy="4195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(Outbound Proxy)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3124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For Outbound Proxy, an executable code in ABAP will be written to call that proxy.</a:t>
            </a:r>
          </a:p>
          <a:p>
            <a:r>
              <a:rPr lang="en-US" sz="2800" dirty="0" smtClean="0"/>
              <a:t>In this Example, we are writing that code in Executable program in SE38.</a:t>
            </a:r>
          </a:p>
          <a:p>
            <a:r>
              <a:rPr lang="en-US" sz="2800" dirty="0" smtClean="0"/>
              <a:t>First Pick data from Table.</a:t>
            </a:r>
          </a:p>
          <a:p>
            <a:r>
              <a:rPr lang="en-US" sz="2800" dirty="0" smtClean="0"/>
              <a:t>Fill Proxy Structure &amp; send to Integration System.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(Outbound Proxy)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609600"/>
          </a:xfrm>
        </p:spPr>
        <p:txBody>
          <a:bodyPr>
            <a:normAutofit/>
          </a:bodyPr>
          <a:lstStyle/>
          <a:p>
            <a:r>
              <a:rPr lang="en-US" sz="1700" dirty="0" smtClean="0"/>
              <a:t>For this example, Data Declaration part will be as below 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905000"/>
            <a:ext cx="7122886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Development on SAP-ECC </a:t>
            </a:r>
            <a:r>
              <a:rPr lang="en-US" sz="1800" b="1" dirty="0" smtClean="0">
                <a:solidFill>
                  <a:srgbClr val="C00000"/>
                </a:solidFill>
              </a:rPr>
              <a:t>(Outbound Proxy)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609600"/>
          </a:xfrm>
        </p:spPr>
        <p:txBody>
          <a:bodyPr>
            <a:normAutofit/>
          </a:bodyPr>
          <a:lstStyle/>
          <a:p>
            <a:r>
              <a:rPr lang="en-US" sz="1700" dirty="0" smtClean="0"/>
              <a:t>For this example, code for filling &amp; Sending Proxy data Subroutine will be as below 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1524000"/>
            <a:ext cx="4605338" cy="4413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057400"/>
            <a:ext cx="8229600" cy="1752600"/>
          </a:xfrm>
        </p:spPr>
        <p:txBody>
          <a:bodyPr>
            <a:noAutofit/>
          </a:bodyPr>
          <a:lstStyle/>
          <a:p>
            <a:r>
              <a:rPr lang="en-US" sz="88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0070C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Thanks !</a:t>
            </a:r>
            <a:endParaRPr lang="en-US" sz="8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501</Words>
  <Application>Microsoft Office PowerPoint</Application>
  <PresentationFormat>On-screen Show (4:3)</PresentationFormat>
  <Paragraphs>87</Paragraphs>
  <Slides>23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ABAP  PROXY</vt:lpstr>
      <vt:lpstr>Introduction</vt:lpstr>
      <vt:lpstr>Communication</vt:lpstr>
      <vt:lpstr>Development on SAP-PI</vt:lpstr>
      <vt:lpstr>Development on SAP-PI</vt:lpstr>
      <vt:lpstr>Development on SAP-PI</vt:lpstr>
      <vt:lpstr>Development on SAP-ECC</vt:lpstr>
      <vt:lpstr>Development on SAP-ECC</vt:lpstr>
      <vt:lpstr>Development on SAP-ECC (Inbound Proxy)</vt:lpstr>
      <vt:lpstr>Slide 10</vt:lpstr>
      <vt:lpstr>Development on SAP-ECC (Inbound Proxy)</vt:lpstr>
      <vt:lpstr>Development on SAP-ECC (Inbound Proxy)</vt:lpstr>
      <vt:lpstr>Development on SAP-ECC (Inbound Proxy)</vt:lpstr>
      <vt:lpstr>Development on SAP-ECC (Inbound Proxy)</vt:lpstr>
      <vt:lpstr>Development on SAP-ECC (Inbound Proxy)</vt:lpstr>
      <vt:lpstr>Development on SAP-ECC</vt:lpstr>
      <vt:lpstr>Development on SAP-ECC</vt:lpstr>
      <vt:lpstr>Development on SAP-ECC (Outbound Proxy)</vt:lpstr>
      <vt:lpstr>Development on SAP-ECC (Outbound Proxy)</vt:lpstr>
      <vt:lpstr>Development on SAP-ECC (Outbound Proxy)</vt:lpstr>
      <vt:lpstr>Development on SAP-ECC (Outbound Proxy)</vt:lpstr>
      <vt:lpstr>Development on SAP-ECC (Outbound Proxy)</vt:lpstr>
      <vt:lpstr>Thanks !</vt:lpstr>
    </vt:vector>
  </TitlesOfParts>
  <Company>hcl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ABAP  PROXY</dc:title>
  <dc:creator>sandeep_kaushik</dc:creator>
  <cp:lastModifiedBy>Acer</cp:lastModifiedBy>
  <cp:revision>71</cp:revision>
  <dcterms:created xsi:type="dcterms:W3CDTF">2010-07-05T07:27:39Z</dcterms:created>
  <dcterms:modified xsi:type="dcterms:W3CDTF">2012-11-22T09:11:02Z</dcterms:modified>
</cp:coreProperties>
</file>